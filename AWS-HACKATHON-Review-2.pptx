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73152" cy="13716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14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Compute Optimizer Driven Rightsizing Programme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6517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action plan defines how the proposed AWS rightsizing solution would be implemented, monitored and evaluated if AWS resources were available.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749040"/>
            <a:ext cx="7315200" cy="685800"/>
          </a:xfrm>
          <a:prstGeom prst="rect">
            <a:avLst/>
          </a:prstGeom>
          <a:solidFill>
            <a:srgbClr val="1B2F5C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749040"/>
            <a:ext cx="54864" cy="6858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37490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AWS deployment was not performed because the available AWS account had 0 credits.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Problem-wise Action Plan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CEE0"/>
                </a:solidFill>
              </a:rPr>
              <a:t>2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Observation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Over-provisioned EC2 resources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Analyze CPU, memory and network utilization and compare the current instance configuration with Compute Optimizer recommendations.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resources that may have more capacity than required.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Underutilized resources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utilization patterns and identify consistently low resource usage.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potential rightsizing opportunities.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resource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Compute Optimizer recommendations instead of manually checking every resource.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the analysis process more systematic.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Changing workloads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 the analysis periodically.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when previously suitable configurations become inefficient.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Action Plan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CEE0"/>
                </a:solidFill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IMPLEMENTATION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965960" cy="1325880"/>
          </a:xfrm>
          <a:prstGeom prst="rect">
            <a:avLst/>
          </a:prstGeom>
          <a:solidFill>
            <a:srgbClr val="1B2F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9659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AWS resources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0" y="1463040"/>
            <a:ext cx="1965960" cy="1325880"/>
          </a:xfrm>
          <a:prstGeom prst="rect">
            <a:avLst/>
          </a:prstGeom>
          <a:solidFill>
            <a:srgbClr val="1B2F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97480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19659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monitoring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1965960" cy="1325880"/>
          </a:xfrm>
          <a:prstGeom prst="rect">
            <a:avLst/>
          </a:prstGeom>
          <a:solidFill>
            <a:srgbClr val="1B2F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00600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19659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/ review Compute Optimizer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66560" y="1463040"/>
            <a:ext cx="1965960" cy="1325880"/>
          </a:xfrm>
          <a:prstGeom prst="rect">
            <a:avLst/>
          </a:prstGeom>
          <a:solidFill>
            <a:srgbClr val="1B2F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03720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19659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recommendations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1965960" cy="1325880"/>
          </a:xfrm>
          <a:prstGeom prst="rect">
            <a:avLst/>
          </a:prstGeom>
          <a:solidFill>
            <a:srgbClr val="1B2F5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3063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34747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cost and performance impact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60320" y="2971800"/>
            <a:ext cx="1965960" cy="1325880"/>
          </a:xfrm>
          <a:prstGeom prst="rect">
            <a:avLst/>
          </a:prstGeom>
          <a:solidFill>
            <a:srgbClr val="1B2F5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697480" y="3063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2697480" y="34747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suitable rightsizing changes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2971800"/>
            <a:ext cx="1965960" cy="1325880"/>
          </a:xfrm>
          <a:prstGeom prst="rect">
            <a:avLst/>
          </a:prstGeom>
          <a:solidFill>
            <a:srgbClr val="1B2F5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800600" y="3063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4800600" y="34747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again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Evaluation Plan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CEE0"/>
                </a:solidFill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651760" cy="1234440"/>
          </a:xfrm>
          <a:prstGeom prst="rect">
            <a:avLst/>
          </a:prstGeom>
          <a:solidFill>
            <a:srgbClr val="1B2F5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43000"/>
            <a:ext cx="54864" cy="1234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14300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Utilization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CPU usage matches allocated capacity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651760" cy="1234440"/>
          </a:xfrm>
          <a:prstGeom prst="rect">
            <a:avLst/>
          </a:prstGeom>
          <a:solidFill>
            <a:srgbClr val="1B2F5C"/>
          </a:solidFill>
          <a:ln/>
        </p:spPr>
      </p:sp>
      <p:sp>
        <p:nvSpPr>
          <p:cNvPr id="9" name="Shape 7"/>
          <p:cNvSpPr/>
          <p:nvPr/>
        </p:nvSpPr>
        <p:spPr>
          <a:xfrm>
            <a:off x="3246120" y="1143000"/>
            <a:ext cx="54864" cy="1234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14300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Utilization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excessive or insufficient memory allocation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35040" y="1143000"/>
            <a:ext cx="2651760" cy="1234440"/>
          </a:xfrm>
          <a:prstGeom prst="rect">
            <a:avLst/>
          </a:prstGeom>
          <a:solidFill>
            <a:srgbClr val="1B2F5C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5040" y="1143000"/>
            <a:ext cx="54864" cy="1234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0" y="114300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Usage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workload network requirements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2651760" cy="1234440"/>
          </a:xfrm>
          <a:prstGeom prst="rect">
            <a:avLst/>
          </a:prstGeom>
          <a:solidFill>
            <a:srgbClr val="1B2F5C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514600"/>
            <a:ext cx="54864" cy="1234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251460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resource cost before and after rightsizing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246120" y="2514600"/>
            <a:ext cx="2651760" cy="1234440"/>
          </a:xfrm>
          <a:prstGeom prst="rect">
            <a:avLst/>
          </a:prstGeom>
          <a:solidFill>
            <a:srgbClr val="1B2F5C"/>
          </a:solidFill>
          <a:ln/>
        </p:spPr>
      </p:sp>
      <p:sp>
        <p:nvSpPr>
          <p:cNvPr id="18" name="Shape 16"/>
          <p:cNvSpPr/>
          <p:nvPr/>
        </p:nvSpPr>
        <p:spPr>
          <a:xfrm>
            <a:off x="3246120" y="2514600"/>
            <a:ext cx="54864" cy="1234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429000" y="251460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that cost optimization does not negatively affect workload performance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would be evaluated by balancing cost reduction with acceptable application performance.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Bottlenecks &amp; Mitigation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CEE0"/>
                </a:solidFill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Bottleneck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AWS credits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Prepare and validate the implementation plan theoretically; practical deployment requires AWS resources.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number of resources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Compute Optimizer recommendations to reduce manual analysis.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Changing workloads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 monitoring and recommendation review periodically.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of performance degradation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 performance impact before applying a recommendation.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approval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administrator review before making resource changes.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Review &amp; Next Steps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CEE0"/>
                </a:solidFill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3611880"/>
          </a:xfrm>
          <a:prstGeom prst="rect">
            <a:avLst/>
          </a:prstGeom>
          <a:solidFill>
            <a:srgbClr val="1B2F5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26517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Review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45920"/>
            <a:ext cx="23774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Discussed the problem statement and proposed workflow.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the feasibility of the rightsizing approach.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AWS resource availability as a practical constraint.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Clarified the importance of balancing cost savings and performance.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51760" cy="3611880"/>
          </a:xfrm>
          <a:prstGeom prst="rect">
            <a:avLst/>
          </a:prstGeom>
          <a:solidFill>
            <a:srgbClr val="1B2F5C"/>
          </a:solidFill>
          <a:ln/>
        </p:spPr>
      </p:sp>
      <p:sp>
        <p:nvSpPr>
          <p:cNvPr id="10" name="Shape 8"/>
          <p:cNvSpPr/>
          <p:nvPr/>
        </p:nvSpPr>
        <p:spPr>
          <a:xfrm>
            <a:off x="3246120" y="1097280"/>
            <a:ext cx="26517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8328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Expert Clarification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645920"/>
            <a:ext cx="23774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rightsizing is handled in real cloud environments.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approval processes before changing production resources.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organizations monitor cost and performance after rightsizing.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51760" cy="3611880"/>
          </a:xfrm>
          <a:prstGeom prst="rect">
            <a:avLst/>
          </a:prstGeom>
          <a:solidFill>
            <a:srgbClr val="1B2F5C"/>
          </a:solidFill>
          <a:ln/>
        </p:spPr>
      </p:sp>
      <p:sp>
        <p:nvSpPr>
          <p:cNvPr id="14" name="Shape 12"/>
          <p:cNvSpPr/>
          <p:nvPr/>
        </p:nvSpPr>
        <p:spPr>
          <a:xfrm>
            <a:off x="6035040" y="1097280"/>
            <a:ext cx="26517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7220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(Planned)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1645920"/>
            <a:ext cx="23774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an AWS environment with sufficient credits.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controlled test EC2 workload.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utilization data.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Compute Optimizer recommendations.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and document recommendations.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controlled rightsizing.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before/after utilization and cost.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Action Plan - AWS Compute Optimizer Driven Rightsizing Programme</dc:title>
  <dc:subject>PptxGenJS Presentation</dc:subject>
  <dc:creator>PptxGenJS</dc:creator>
  <cp:lastModifiedBy>PptxGenJS</cp:lastModifiedBy>
  <cp:revision>1</cp:revision>
  <dcterms:created xsi:type="dcterms:W3CDTF">2026-10-03T17:38:33Z</dcterms:created>
  <dcterms:modified xsi:type="dcterms:W3CDTF">2026-10-03T17:38:33Z</dcterms:modified>
</cp:coreProperties>
</file>